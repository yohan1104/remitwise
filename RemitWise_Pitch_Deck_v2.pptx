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confident: RemitWise turns every remittance into savings — and the savings rule is a REAL deployed Soroban contract, not a backend promise. We'll show you the live product and the on-chain proof. Replace this line with your live Vercel URL when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human: picture a mother receiving money monthly from a child abroad. It keeps the family afloat — but a year later there's still no safety net. The problem isn't income, it's that nothing turns income into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whole loop happens automatically, every time money arrives. Emphasize step 2 — the split is enforced by a smart contract, not our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product. Do it live if you can: log in, click Simulate Remittance $500, and show the split land. These are faithful recreations of the real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it. The savings rule is a deployed contract with a real, clickable transaction — our backend physically cannot bypass it. Offer judges the explorer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one-liner at the bottom: enforcement plus proof is the moat. Incumbents can copy the UI, not the trustless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AI isn't decoration. Its recommendations are one-tap actions that execute on the contract — guidance that does the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approximate World Bank figures — cite ~$800B global, ~$40B Philippines. The point: enormous inflow, essentially zero of it auto-saved. That's the whitespace.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alignment: unlike remittance incumbents who profit from fees, we profit when people save. That's a story investors and mission judges both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proof of execution — most hackathon teams show a prototype; we shipped a deployed contract and a live app. Then the roadmap shows we know exactly how to reach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 on the 'same money, same senders' line. TO EDIT: add your third teammate, correct roles, add GitHub handles, and drop in your live Vercel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572000" cy="45720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4023360" cy="402336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2344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38648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517904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algn="ctr" indent="0" marL="0">
              <a:buNone/>
            </a:pPr>
            <a:r>
              <a:rPr lang="en-US" sz="60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17904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MORE.  SAVE SMARTER.  LIVE BETTER.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32304" y="4069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Automatic, on-chain savings for every remittance — enforced by a deployed Soroban smart contract on Stellar.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4088" y="5120640"/>
            <a:ext cx="5303520" cy="566928"/>
          </a:xfrm>
          <a:prstGeom prst="roundRect">
            <a:avLst>
              <a:gd name="adj" fmla="val 50000"/>
            </a:avLst>
          </a:prstGeom>
          <a:solidFill>
            <a:srgbClr val="172C57"/>
          </a:solidFill>
          <a:ln w="12700">
            <a:solidFill>
              <a:srgbClr val="24386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128" y="524865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75608" y="51206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Stellar Testnet  ·  Deployed Soroban vault  ·  Real USDC settlement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moves. Futures don't.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937760" cy="3840480"/>
          </a:xfrm>
          <a:prstGeom prst="roundRect">
            <a:avLst>
              <a:gd name="adj" fmla="val 2857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remittance income is automatically saved today.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billions of dollars arrive every year — and are spent within days.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06440" y="2286000"/>
            <a:ext cx="5806440" cy="1207008"/>
          </a:xfrm>
          <a:prstGeom prst="roundRect">
            <a:avLst>
              <a:gd name="adj" fmla="val 9091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53328" y="2578608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7340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before saved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83464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income is gone in days — nothing set aside for emergencies or goals.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06440" y="3602736"/>
            <a:ext cx="5806440" cy="1207008"/>
          </a:xfrm>
          <a:prstGeom prst="roundRect">
            <a:avLst>
              <a:gd name="adj" fmla="val 9091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53328" y="3895344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405079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0" y="3785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enforcement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58000" y="4151376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apps rely on soft promises; nothing stops funds being withdrawn.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06440" y="4919472"/>
            <a:ext cx="5806440" cy="1207008"/>
          </a:xfrm>
          <a:prstGeom prst="roundRect">
            <a:avLst>
              <a:gd name="adj" fmla="val 9091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53328" y="5212080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536752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5102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or guidance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858000" y="546811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 get no clear progress and no advice on what to do next.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remittance auto-saves itself — on-chain.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679192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8346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4107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6656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arrives in a real Stellar wallet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346557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89504" y="242316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72C5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21024" y="2679192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28346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35808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999232" y="34107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splits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01752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contract enforces the rule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465576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230368" y="242316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961888" y="2679192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83464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6672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40096" y="34107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saved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358384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released as spendable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3465576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571232" y="242316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302752" y="2679192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834640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17536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7680960" y="34107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advance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69924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updates live</a:t>
            </a:r>
            <a:endParaRPr lang="en-US" sz="11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496" y="3465576"/>
            <a:ext cx="201168" cy="20116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912096" y="242316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10643616" y="2679192"/>
            <a:ext cx="621792" cy="62179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9064" y="2834640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058400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10021824" y="34107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coaches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10040112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Actionable, on-chain insights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548640" y="5074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0" name="Text 29"/>
          <p:cNvSpPr/>
          <p:nvPr/>
        </p:nvSpPr>
        <p:spPr>
          <a:xfrm>
            <a:off x="82296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3000" dirty="0"/>
          </a:p>
        </p:txBody>
      </p:sp>
      <p:sp>
        <p:nvSpPr>
          <p:cNvPr id="41" name="Text 30"/>
          <p:cNvSpPr/>
          <p:nvPr/>
        </p:nvSpPr>
        <p:spPr>
          <a:xfrm>
            <a:off x="841248" y="5742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asset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4343400" y="5074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3" name="Text 32"/>
          <p:cNvSpPr/>
          <p:nvPr/>
        </p:nvSpPr>
        <p:spPr>
          <a:xfrm>
            <a:off x="461772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000" dirty="0"/>
          </a:p>
        </p:txBody>
      </p:sp>
      <p:sp>
        <p:nvSpPr>
          <p:cNvPr id="44" name="Text 33"/>
          <p:cNvSpPr/>
          <p:nvPr/>
        </p:nvSpPr>
        <p:spPr>
          <a:xfrm>
            <a:off x="4636008" y="5742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auto-save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8138160" y="5074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6" name="Text 35"/>
          <p:cNvSpPr/>
          <p:nvPr/>
        </p:nvSpPr>
        <p:spPr>
          <a:xfrm>
            <a:off x="841248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sec</a:t>
            </a:r>
            <a:endParaRPr lang="en-US" sz="3000" dirty="0"/>
          </a:p>
        </p:txBody>
      </p:sp>
      <p:sp>
        <p:nvSpPr>
          <p:cNvPr id="47" name="Text 36"/>
          <p:cNvSpPr/>
          <p:nvPr/>
        </p:nvSpPr>
        <p:spPr>
          <a:xfrm>
            <a:off x="8430768" y="5742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settle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 — a real $500 remittance.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C5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received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$2,230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694176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C5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7856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$1,784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462272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C5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553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(vault)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45537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230368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C5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21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5321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43400" y="233172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remittance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$500.00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720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Maria Santos · USDC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97764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0331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4224528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6636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Auto-saved (20%)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4041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572000" y="484632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3284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5093208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66360" y="49103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00800" y="49103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8001000" y="2331720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9601200" y="2606040"/>
            <a:ext cx="777240" cy="777240"/>
          </a:xfrm>
          <a:prstGeom prst="ellipse">
            <a:avLst/>
          </a:prstGeom>
          <a:solidFill>
            <a:srgbClr val="10331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510" y="2800350"/>
            <a:ext cx="388620" cy="3886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 on-chain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32104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enforced by the Soroban vault — one atomic transaction.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229600" y="45720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172C57"/>
          </a:solidFill>
          <a:ln/>
        </p:spPr>
      </p:sp>
      <p:sp>
        <p:nvSpPr>
          <p:cNvPr id="37" name="Text 32"/>
          <p:cNvSpPr/>
          <p:nvPr/>
        </p:nvSpPr>
        <p:spPr>
          <a:xfrm>
            <a:off x="8412480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ADVANCED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412480" y="5029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Fund   +$30.77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        +$46.15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         +$23.08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PROOF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trusted — verified.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98648"/>
            <a:ext cx="713232" cy="71323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3076956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USDC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31089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3400" y="2331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72C5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289864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028" y="3076956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Vault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486400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Retains 20% · releases 80%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310896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46720" y="2331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321040" y="2898648"/>
            <a:ext cx="713232" cy="713232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3076956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8972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wallet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9189720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spendable USDC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40080" y="4617720"/>
            <a:ext cx="10607040" cy="1508760"/>
          </a:xfrm>
          <a:prstGeom prst="roundRect">
            <a:avLst>
              <a:gd name="adj" fmla="val 7273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IT YOURSELF — STELLAR TESTNET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1440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Vault contract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04688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25296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CBYWNM…DJH5G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38912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remittance tx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550468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700016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77fccd7f…b33dd7ef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86384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asset issuer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5504688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174736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GBQXWF5B…AFW2K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914400" y="5852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stellar.expert / explorer / testnet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verified, not just trusted.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496312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3A7CC"/>
                          </a:solidFill>
                        </a:rPr>
                        <a:t>Traditional remittance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3A7CC"/>
                          </a:solidFill>
                        </a:rPr>
                        <a:t>Savings app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RemitWise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Auto-saves income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7C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6E4FF"/>
                          </a:solidFill>
                        </a:rPr>
                        <a:t>Soft rule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Contract-enforced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On-chain proof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7C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7C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Verifiable tx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Settlement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6E4FF"/>
                          </a:solidFill>
                        </a:rPr>
                        <a:t>Days + fees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7C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Seconds, cents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Guidance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7CC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6E4FF"/>
                          </a:solidFill>
                        </a:rPr>
                        <a:t>Generic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</a:rPr>
                        <a:t>AI, actionable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wedge: enforcement + proof. Anyone can promise savings — we make them impossible to skip and easy to verify.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FINANCIAL COACH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that acts — not just talks.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603504" cy="603504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25740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04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real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from your actual savings, goals and pace.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603504" cy="603504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3762756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the next move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personalized — not generic tips.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603504" cy="603504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4951476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82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on-chain in one tap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417320" y="5166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that change your savings rate via the contract.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2331720"/>
            <a:ext cx="5486400" cy="3794760"/>
          </a:xfrm>
          <a:prstGeom prst="roundRect">
            <a:avLst>
              <a:gd name="adj" fmla="val 2892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0" y="2606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7432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$50 more per $1,000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0" y="38404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auto-saving 20%. Raising it to 25% would fully fund your Emergency Fund about 3 remittances sooner — most people never feel a 5% nudge.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00800" y="502920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0" y="5029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rate to 25%  →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72600" y="5029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· settles on-chain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flow no one saves from.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857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$800B+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59536" y="4297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remittances sent every year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97480"/>
            <a:ext cx="640080" cy="640080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857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$40B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4654296" y="4297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to the Philippines — our beachhead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4231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697480"/>
            <a:ext cx="640080" cy="640080"/>
          </a:xfrm>
          <a:prstGeom prst="ellipse">
            <a:avLst/>
          </a:prstGeom>
          <a:solidFill>
            <a:srgbClr val="1230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8575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~0%</a:t>
            </a:r>
            <a:endParaRPr lang="en-US" sz="4600" dirty="0"/>
          </a:p>
        </p:txBody>
      </p:sp>
      <p:sp>
        <p:nvSpPr>
          <p:cNvPr id="19" name="Text 14"/>
          <p:cNvSpPr/>
          <p:nvPr/>
        </p:nvSpPr>
        <p:spPr>
          <a:xfrm>
            <a:off x="8449056" y="4297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auto-directed into savings today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72C5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778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53492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RemitWise sits where remittances, savings and blockchain rails meet — three fast-growing markets, one product. We start with high-frequency OFW corridors.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when users save more.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517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spread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margin on FX / on-ramp for each remittance processed.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651760"/>
            <a:ext cx="731520" cy="731520"/>
          </a:xfrm>
          <a:prstGeom prst="ellipse">
            <a:avLst/>
          </a:prstGeom>
          <a:solidFill>
            <a:srgbClr val="0E6B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share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savings earn on-chain yield; we share a slice.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377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651760"/>
            <a:ext cx="731520" cy="731520"/>
          </a:xfrm>
          <a:prstGeom prst="ellipse">
            <a:avLst/>
          </a:prstGeom>
          <a:solidFill>
            <a:srgbClr val="7C4DA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83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30768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goals, boosted rates, advanced insights by subscription.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172C5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Incentive-aligned: our revenue grows with our users' savings — not with fees that shrink what they keep.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during the hackathon.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90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9443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savings vault deployed to testnet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935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5478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USDC settlement — verifiable tx hashes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9709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1513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dashboard, goals &amp; AI insights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754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secrets encrypted (AES-256-GCM)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04104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3583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Vercel + Supabase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309360" y="237744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65836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583680" y="2999232"/>
            <a:ext cx="256032" cy="256032"/>
          </a:xfrm>
          <a:prstGeom prst="ellipse">
            <a:avLst/>
          </a:prstGeom>
          <a:solidFill>
            <a:srgbClr val="172C57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711696" y="3255264"/>
            <a:ext cx="0" cy="475488"/>
          </a:xfrm>
          <a:prstGeom prst="line">
            <a:avLst/>
          </a:prstGeom>
          <a:noFill/>
          <a:ln w="19050">
            <a:solidFill>
              <a:srgbClr val="24386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99516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payment detection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9951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payment-stream webhook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583680" y="3758184"/>
            <a:ext cx="256032" cy="256032"/>
          </a:xfrm>
          <a:prstGeom prst="ellipse">
            <a:avLst/>
          </a:prstGeom>
          <a:solidFill>
            <a:srgbClr val="172C57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711696" y="4014216"/>
            <a:ext cx="0" cy="475488"/>
          </a:xfrm>
          <a:prstGeom prst="line">
            <a:avLst/>
          </a:prstGeom>
          <a:noFill/>
          <a:ln w="19050">
            <a:solidFill>
              <a:srgbClr val="24386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99516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signing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995160" y="4005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Freighter / WalletConnect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583680" y="4517136"/>
            <a:ext cx="256032" cy="256032"/>
          </a:xfrm>
          <a:prstGeom prst="ellipse">
            <a:avLst/>
          </a:prstGeom>
          <a:solidFill>
            <a:srgbClr val="172C57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11696" y="4773168"/>
            <a:ext cx="0" cy="475488"/>
          </a:xfrm>
          <a:prstGeom prst="line">
            <a:avLst/>
          </a:prstGeom>
          <a:noFill/>
          <a:ln w="19050">
            <a:solidFill>
              <a:srgbClr val="24386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95160" y="4443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Fiat off-ramp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995160" y="47640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anchor (SEP-24)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583680" y="5276088"/>
            <a:ext cx="256032" cy="256032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995160" y="52029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Philippines pilot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995160" y="5522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OFW corridor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</a:t>
            </a:r>
            <a:pPr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savings layer for remittances.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5146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Mychal Pejana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83080" y="3017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324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5146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 Macabales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28600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72C5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487168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6948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1228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SCF support to take RemitWise from testnet to a live Philippines pilot — build-out, mentorship, and first pilot users.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money. Same senders.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peso now builds a future you can </a:t>
            </a:r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on-chain.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MORE.  SAVE SMARTER.  LIVE BETTER.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RemitWise · Built for the Stellar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RemitWise — Pitch Deck</dc:title>
  <dc:subject>PptxGenJS Presentation</dc:subject>
  <dc:creator>RemitWise</dc:creator>
  <cp:lastModifiedBy>RemitWise</cp:lastModifiedBy>
  <cp:revision>1</cp:revision>
  <dcterms:created xsi:type="dcterms:W3CDTF">2026-07-05T13:35:26Z</dcterms:created>
  <dcterms:modified xsi:type="dcterms:W3CDTF">2026-07-05T13:35:26Z</dcterms:modified>
</cp:coreProperties>
</file>